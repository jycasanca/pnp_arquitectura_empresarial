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3A5F"/>
                </a:solidFill>
              </a:defRPr>
            </a:pPr>
            <a:r>
              <a:t>CTOS-EXT-TRANSP v5.0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5A5A"/>
                </a:solidFill>
              </a:defRPr>
            </a:pPr>
            <a:r>
              <a:t>Artefactos y Modelos de Referencia — Arquitectura TOGAF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01 - Modelo de Datos (ER)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00" y="1097280"/>
            <a:ext cx="98123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02 - Actores y Roles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3765"/>
            <a:ext cx="11247120" cy="5193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03 - Procesos de Negocio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647" y="1097280"/>
            <a:ext cx="287622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04 - Arquitectura de Microservicios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74161"/>
            <a:ext cx="11247120" cy="3732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05 - Arquitectura Hibrida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6817"/>
            <a:ext cx="11247120" cy="3487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06 - Integraciones Autorizadas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195" y="1097280"/>
            <a:ext cx="377712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07 - Flujo de Scoring (Secuencia)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01" y="1097280"/>
            <a:ext cx="78991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08 - Ciclo de Vida del Reporte (Estados)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118" y="1097280"/>
            <a:ext cx="674328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09 - Dependencias entre Fases TOGAF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7342"/>
            <a:ext cx="11247120" cy="3326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10 - Plan de Implementacion (Gantt)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3121"/>
            <a:ext cx="11247120" cy="37747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11 - Mapa de Riesgos Criticos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9420"/>
            <a:ext cx="11247120" cy="518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