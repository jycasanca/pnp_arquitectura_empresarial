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mbrete_ctos_ext_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457200"/>
            <a:ext cx="5660571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REPORTE EJECUTIVO DE GOBERNANZA DEL CAMBIO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ADCFC"/>
                </a:solidFill>
                <a:latin typeface="Calibri"/>
              </a:rPr>
              <a:t>TOGAF 9.2 ADM — Fase H: Gestión del Cambio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Sistema CTOS-EXT-TRANSP v5.0 — PNP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Versión 1.0  |  Clasificación: RESERVADO — Uso interno PNP  |  Fecha: 03/07/2026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Trazabilidad del artefacto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8229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Artefacto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TOGAF Fase H — Reporte Ejecutivo de Gobernanza del Cambio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11247120" cy="8229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CTOS-EXT-TRANSP v5.0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1247120" cy="8229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Fuentes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Módulo 0, Entregables 1-3 de Fase H, Módulo H (PN-11)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11247120" cy="8229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Clasificación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RESERVADO — Uso interno PNP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8229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Fecha de 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03/07/2026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CTOS-EXT-TRANSP v5.0 — RESERVADO — Uso interno PNP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Estado de Indicadores de Desempeño (Módulo D.4)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Cargar manualmente los valores reales del ciclo antes de presentar (fuente: Entregable 2, Sección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97480" cy="237744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40180" y="1691640"/>
            <a:ext cx="731520" cy="731520"/>
          </a:xfrm>
          <a:prstGeom prst="ellipse">
            <a:avLst/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OBJ-01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Meta: ≥300/mes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63040"/>
            <a:ext cx="2697480" cy="237744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74820" y="1691640"/>
            <a:ext cx="731520" cy="731520"/>
          </a:xfrm>
          <a:prstGeom prst="ellipse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OBJ-02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718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TRI promedio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Meta: ≤10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63040"/>
            <a:ext cx="2697480" cy="237744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09460" y="1691640"/>
            <a:ext cx="731520" cy="731520"/>
          </a:xfrm>
          <a:prstGeom prst="ellipse">
            <a:avLst/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OBJ-04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9718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Clústeres/semana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383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Meta: ≥5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463040"/>
            <a:ext cx="2697480" cy="237744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44100" y="1691640"/>
            <a:ext cx="731520" cy="731520"/>
          </a:xfrm>
          <a:prstGeom prst="ellipse">
            <a:avLst/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OBJ-05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718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Anonimato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383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Meta: 0 incidentes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Nota: TRI se calcula únicamente con fecha_despacho_confirmado no nula (regla Z-RESUMEN #5).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CTOS-EXT-TRANSP v5.0 — RESERVADO — Uso interno PNP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Riesgos Activos Monitoreados (Módulo 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371600"/>
          </a:xfrm>
          <a:prstGeom prst="roundRect">
            <a:avLst/>
          </a:prstGeom>
          <a:solidFill>
            <a:srgbClr val="28337A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RIE-ANT-01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Alertas sin traducción a despacho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Mitigación: Escalar si TRI no mejora en 2 meses consecutivos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1247120" cy="1371600"/>
          </a:xfrm>
          <a:prstGeom prst="roundRect">
            <a:avLst/>
          </a:prstGeom>
          <a:solidFill>
            <a:srgbClr val="28337A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443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RIE-ANT-02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Efecto de retroalimentación tipo predictive policing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30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Mitigación: Revisar Clústeres persistentes vs. emergentes cada cierre de fase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CTOS-EXT-TRANSP v5.0 — RESERVADO — Uso interno PNP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Solicitudes de Cambio del Periodo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Cargar manualmente desde el Registro de Solicitudes de Cambio (Entregable 3) antes de presentar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9748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Aprobadas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554480"/>
            <a:ext cx="269748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69164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68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Rechazadas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69748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En evaluación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554480"/>
            <a:ext cx="269748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69164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Escaladas a nueva iteración ADM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761"/>
                </a:solidFill>
                <a:latin typeface="Calibri"/>
              </a:defRPr>
            </a:pPr>
            <a:r>
              <a:t>•  Toda solicitud aprobada debe quedar reflejada en la próxima versión del artefacto correspondiente.</a:t>
            </a:r>
          </a:p>
          <a:p>
            <a:pPr>
              <a:spcAft>
                <a:spcPts val="800"/>
              </a:spcAft>
              <a:defRPr sz="1300">
                <a:solidFill>
                  <a:srgbClr val="1E2761"/>
                </a:solidFill>
                <a:latin typeface="Calibri"/>
              </a:defRPr>
            </a:pPr>
            <a:r>
              <a:t>•  Toda solicitud clasificada como re-arquitectura implica reabrir el ciclo ADM (Entregable 1, Sección 7).</a:t>
            </a:r>
          </a:p>
          <a:p>
            <a:pPr>
              <a:spcAft>
                <a:spcPts val="800"/>
              </a:spcAft>
              <a:defRPr sz="1300">
                <a:solidFill>
                  <a:srgbClr val="1E2761"/>
                </a:solidFill>
                <a:latin typeface="Calibri"/>
              </a:defRPr>
            </a:pPr>
            <a:r>
              <a:t>•  El detalle completo de cada solicitud está en el Registro (Entregable 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CTOS-EXT-TRANSP v5.0 — RESERVADO — Uso interno PNP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Confirmar decisión pendiente sobre INT-07 (Observatorio del Crimen) e INT-08 (Asyste) antes del cierre de Fase 0 (Módulo L).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Mantener el ciclo de monitoreo semanal (PN-11) alimentando el Marco de Monitoreo (Entregable 2).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Registrar toda desviación ROJO en el Registro de Solicitudes de Cambio (Entregable 3) dentro de 5 días hábiles.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Revisar este Reporte Ejecutivo en cada sesión del Comité Directivo.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CTOS-EXT-TRANSP v5.0 — RESERVADO — Uso interno PNP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