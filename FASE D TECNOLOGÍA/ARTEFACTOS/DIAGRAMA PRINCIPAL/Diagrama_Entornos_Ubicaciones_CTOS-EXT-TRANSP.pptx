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-3474720"/>
            <a:ext cx="7498080" cy="749808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Entornos y Ubicaciones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 — Arquitectura Tecnológica  |  TOGAF 9.2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Detección y Prevención de Extorsión — Módulo Extorsión al Sector Transporte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Metropolitana — Zona Piloto: San Juan de Lurigancho, Ate, El Agustino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Despliegue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611880" cy="50292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PNP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soberano del Centro de Datos PNP. Aloja datos clasificados RESERVADO: Reporte Ciudadano, Evidencia Fotográfica sanitizada, Motor de Correlación y Dashboard Táctico. Nunca expuesto a Internet sin cifrado y autenticación.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371600"/>
            <a:ext cx="3611880" cy="502920"/>
          </a:xfrm>
          <a:prstGeom prst="rect">
            <a:avLst/>
          </a:prstGeom>
          <a:solidFill>
            <a:srgbClr val="3D8FD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Pública AWS (Fase 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 únicamente componentes sin datos sensibles: Portal Web estático, Chatbot WhatsApp (forwarder sin almacenamiento) y geocercas de Corredores Troncales vía Amazon Location Service.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371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371600"/>
            <a:ext cx="3611880" cy="502920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371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del Informante Transportista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0116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Ciudadana (dispositivo móvil), Portal Web Responsivo y WhatsApp Business. Todo dato identificatorio del Informante se descarta antes de ingresar al perímetro PNP.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minimización y soberanía de datos — ningún dato clasificado RESERVADO sale del perímetro on-premise PNP (Ley N° 29733).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3657600" cy="1280160"/>
          </a:xfrm>
          <a:prstGeom prst="roundRect">
            <a:avLst>
              <a:gd name="adj" fmla="val 4286"/>
            </a:avLst>
          </a:prstGeom>
          <a:solidFill>
            <a:srgbClr val="EAF2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66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PNP — Lima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(Motor de Correlación, BD, Dashboard Táctico)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507492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DF3E3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5166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Comisarías / Patrullaje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SJL · Ate · El Agustino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32520" y="507492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E7F3EC"/>
          </a:solidFill>
          <a:ln w="15875">
            <a:solidFill>
              <a:srgbClr val="3E9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51663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(Fase 1)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· Chatbot · Geocercas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5715000"/>
            <a:ext cx="54864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0" y="5715000"/>
            <a:ext cx="50292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Entornos, Ubicaciones y Componentes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507492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3776472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de Aplicación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de 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PNP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Datos PNP — Lima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Táctico; Motor de Correlación (ms-scorer, ms-geoanalytics, ms-alerter, ms-routeoptimizer, ms-nlp, ms-media-server, ms-comms-bridge); ms-ingestor; ms-sanitizer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PostgreSQL+PostGIS; MinIO; Kafka+Zookeeper; Redis; Kubernetes; OpenRouteService; Kong; AD/ADFS; ModSecurity; WireGuard; Barman; Prometheus/Grafana; ELK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PNP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Comisarías y Patrullaje — Zona Piloto (SJL, Ate, El Agustino)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Táctico (consulta vía VPN); Receptor de Alerta de Patrullaje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VPN WireGuard; Sistema de Comunicaciones PNP (INT-04)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Nube AWS (Fase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Región Sudamérica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Web Responsivo; Chatbot WhatsApp (forwarder)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 + CloudFront; API Gateway + Lambda (sin CloudWatch Logs)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Nube AWS (Fase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Región Sudamérica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de geocercas de Corredores Troncales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Location Service (solo coordenadas + UUID de alerta)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del Informante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Piloto y zonas de expansión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Ciudadana (MRM y Reporte Completo)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Native; token_anonimo local; sin GPS de precisión almacenado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Externo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WhatsApp Business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de Reporte Ciudadano vía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 API (INT-05); número del Informante eliminado antes del reenvío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Entorno – Tecnología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1691640"/>
            <a:ext cx="1728216" cy="822960"/>
          </a:xfrm>
          <a:prstGeom prst="rect">
            <a:avLst/>
          </a:prstGeom>
          <a:solidFill>
            <a:srgbClr val="EAF2FA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691640"/>
            <a:ext cx="1673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(contenedores K8s)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1728216" cy="822960"/>
          </a:xfrm>
          <a:prstGeom prst="rect">
            <a:avLst/>
          </a:prstGeom>
          <a:solidFill>
            <a:srgbClr val="EAF2FA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1691640"/>
            <a:ext cx="1673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(AD/ADFS)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1728216" cy="822960"/>
          </a:xfrm>
          <a:prstGeom prst="rect">
            <a:avLst/>
          </a:prstGeom>
          <a:solidFill>
            <a:srgbClr val="EAF2FA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1691640"/>
            <a:ext cx="1673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(App Ciudadana)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55480" y="1691640"/>
            <a:ext cx="1728216" cy="822960"/>
          </a:xfrm>
          <a:prstGeom prst="rect">
            <a:avLst/>
          </a:prstGeom>
          <a:solidFill>
            <a:srgbClr val="EAF2FA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912" y="1691640"/>
            <a:ext cx="1673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(AWS Lambda)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657600" cy="905256"/>
          </a:xfrm>
          <a:prstGeom prst="rect">
            <a:avLst/>
          </a:prstGeom>
          <a:solidFill>
            <a:srgbClr val="F4F8FC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PNP — Centro de Datos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51460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0308" y="276606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76606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51460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388" y="276606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276606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251460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251460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74720"/>
            <a:ext cx="3657600" cy="905256"/>
          </a:xfrm>
          <a:prstGeom prst="rect">
            <a:avLst/>
          </a:prstGeom>
          <a:solidFill>
            <a:srgbClr val="F4F8FC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74720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PNP — Comisarías / Patrullaje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06240" y="347472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47472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347472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347472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3657600" cy="905256"/>
          </a:xfrm>
          <a:prstGeom prst="rect">
            <a:avLst/>
          </a:prstGeom>
          <a:solidFill>
            <a:srgbClr val="F4F8FC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34840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AWS (Fase 1)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06240" y="443484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443484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443484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55480" y="443484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99548" y="468630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37" name="Text 35"/>
          <p:cNvSpPr/>
          <p:nvPr/>
        </p:nvSpPr>
        <p:spPr>
          <a:xfrm>
            <a:off x="9555480" y="468630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394960"/>
            <a:ext cx="3657600" cy="905256"/>
          </a:xfrm>
          <a:prstGeom prst="rect">
            <a:avLst/>
          </a:prstGeom>
          <a:solidFill>
            <a:srgbClr val="F4F8FC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394960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del Informante Transportista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06240" y="539496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539496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539496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6468" y="564642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0" y="564642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555480" y="5394960"/>
            <a:ext cx="1728216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matriz de compatibilidad ilustrativa entre sistema operativo/runtime y entorno de despliegue, complementaria a la matriz de componentes de la lámina anterior.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Entornos y Ubicaciones - CTOS-EXT-TRANSP</dc:title>
  <dc:subject>PptxGenJS Presentation</dc:subject>
  <dc:creator>DIRIN - PNP</dc:creator>
  <cp:lastModifiedBy>DIRIN - PNP</cp:lastModifiedBy>
  <cp:revision>1</cp:revision>
  <dcterms:created xsi:type="dcterms:W3CDTF">2026-06-19T21:45:39Z</dcterms:created>
  <dcterms:modified xsi:type="dcterms:W3CDTF">2026-06-19T21:45:39Z</dcterms:modified>
</cp:coreProperties>
</file>